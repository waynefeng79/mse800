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22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E674D7-4316-5B00-B9CF-B0C7676077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EF1D02D-B37E-CD32-10A8-FE0E2DC3F5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56BB45-3B10-B88E-D274-ED0757808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3B160-B71C-4FC7-8BCB-CC812DBD61CC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27B9A0-8D6E-7EAF-049A-F511F50CE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A4FEB6-53C6-63DC-247F-D5E229F50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1CF41-B130-4775-867D-E59994BCA6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8923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A584FD-05BA-95F6-10CD-57379C359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109247-863D-3118-C898-C8E2245EE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6F01A6-8555-7384-F922-546039639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3B160-B71C-4FC7-8BCB-CC812DBD61CC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0253A8-6073-499D-8276-800764BD7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4CD66B-D517-8802-BE30-68C46B66E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1CF41-B130-4775-867D-E59994BCA6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980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A1B8E8-39AF-1449-314D-C8A9292C5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6382ABA-2BC1-8E76-7495-1D118F86D5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0D8A1F-6313-B2ED-6251-9FBAAD8F0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3B160-B71C-4FC7-8BCB-CC812DBD61CC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407CB63-E0C0-70D6-143D-3DA31F36B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AEE77E-2A95-4AC6-2C33-9B99DDA34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1CF41-B130-4775-867D-E59994BCA6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8770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72745D-C1B6-1E99-5B5E-C08FC95A3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F2079A-411A-9A4E-95A0-B1CBEFAB38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0D7A775-7D86-4B39-35E1-98EBA868A4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C475CBB-EA19-F786-C285-063F83247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3B160-B71C-4FC7-8BCB-CC812DBD61CC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786B817-7C2E-5C89-83E7-D5C0AA8FA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DE5D37-7317-085B-C48C-D62CF36BF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1CF41-B130-4775-867D-E59994BCA6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3684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13D167-5543-EB7F-BC12-1F5FB6F29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44B01C-0A7F-5978-3084-856B45BD6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1D544A2-D5FE-1760-F817-1EE7A14CB1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E983C53-0148-4A63-54F1-3BF24B7071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A82046D-EE78-6785-77AD-DD861C876C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E19A037-9E3F-B7E3-BC84-D4CFA18D3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3B160-B71C-4FC7-8BCB-CC812DBD61CC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BF2FAFB-4E2D-6B4A-5F37-5DC2C5B74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E9B25F0-FFD8-834F-6060-D9B5AD011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1CF41-B130-4775-867D-E59994BCA6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8206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9D74A7-B400-42A9-D5BF-C93E1EC3E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F71791-C4F2-2D34-448E-6212D7A3C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3B160-B71C-4FC7-8BCB-CC812DBD61CC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3C95DDF-3086-40E0-3818-DCE53EAB7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07E845C-6B1F-6168-4D7F-267DE9206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1CF41-B130-4775-867D-E59994BCA6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4782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052A2A3-25BF-D42C-081B-B0A2B76BD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3B160-B71C-4FC7-8BCB-CC812DBD61CC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E60B46F-744B-26E2-E748-12F2A4CF3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7C66D7-799F-311D-2C99-E4FF65818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1CF41-B130-4775-867D-E59994BCA6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0602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59DD14-F1FD-A315-7955-D2139182D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766B8C-7FEE-984B-F205-FFAF82D599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5110A47-E91D-5F65-6002-3ECC5E1728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317EBD6-6C83-BBB6-6C7C-EFF1DB4D1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3B160-B71C-4FC7-8BCB-CC812DBD61CC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412A4B1-C62B-2028-1047-C6FF687F1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F4875C-505B-763F-3D96-CBD72AB0E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1CF41-B130-4775-867D-E59994BCA6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3726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16A7F7-CCA9-8EAF-BCF1-2CE5923FE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15F1A68-40E9-F5F8-F0E7-BE4E2D0A67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B5EE14C-7169-34DA-43F4-74E3804F73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9B41324-4E34-8A8A-7679-FF64E15D6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3B160-B71C-4FC7-8BCB-CC812DBD61CC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AB4E3A-0C3D-9890-C127-B73985ABB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5A7B216-308F-8155-ACAB-FB7A32304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1CF41-B130-4775-867D-E59994BCA6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7529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96D244-3D55-87EF-70D9-6156F93E3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E833CE0-E80C-B4F2-850C-0524D1025D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32A2CF-44C6-617E-F5E2-3F943DEA6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3B160-B71C-4FC7-8BCB-CC812DBD61CC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859B2A-96F1-8BFB-1731-90ACD9EEA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571AE6-76E2-B8A1-8674-310941FCF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1CF41-B130-4775-867D-E59994BCA6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6254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6C68138-36D2-16D9-7632-37F16E0542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796D305-0BD4-9400-8A7E-081A343795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F613B5-A5F9-EAD0-41CB-CD1E14E73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3B160-B71C-4FC7-8BCB-CC812DBD61CC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AE60EB-02C3-F7DA-3EA3-F33DF71D3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85AF2F-EC1A-6729-557D-FEDBB8CED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61CF41-B130-4775-867D-E59994BCA6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0968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1531492-BC86-2691-5A50-3A8F573C5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F6E29B7-8A44-3489-6D15-773CA7511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5654A0-AF20-F5AD-D4B4-20B508237C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B3B160-B71C-4FC7-8BCB-CC812DBD61CC}" type="datetimeFigureOut">
              <a:rPr lang="zh-CN" altLang="en-US" smtClean="0"/>
              <a:t>2026/6/6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D8156E-2429-87B1-55A7-ED9686453D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BB77D9-A05A-2611-0C1D-6434CB3E2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61CF41-B130-4775-867D-E59994BCA6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00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66EB0A-64DA-3A85-9420-ABD199C4D3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Public Transport Auckland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D0B97FE-7EAA-144A-FC56-338B32B7DA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2604 MSE800 Group I</a:t>
            </a:r>
          </a:p>
          <a:p>
            <a:r>
              <a:rPr lang="en-US" altLang="zh-CN" dirty="0"/>
              <a:t>Frontend Engineer Jim</a:t>
            </a:r>
          </a:p>
          <a:p>
            <a:r>
              <a:rPr lang="en-US" altLang="zh-CN" dirty="0"/>
              <a:t>Backend Engineer Wayne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43233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9FD9FB-6CCD-CCC9-FC51-4B944A79A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Agile methodology</a:t>
            </a:r>
            <a:endParaRPr lang="zh-CN" altLang="en-US" dirty="0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8865BB40-DC5C-DB03-51BA-C54B3E79E9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0387553"/>
              </p:ext>
            </p:extLst>
          </p:nvPr>
        </p:nvGraphicFramePr>
        <p:xfrm>
          <a:off x="838199" y="1825625"/>
          <a:ext cx="10418380" cy="469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3834">
                  <a:extLst>
                    <a:ext uri="{9D8B030D-6E8A-4147-A177-3AD203B41FA5}">
                      <a16:colId xmlns:a16="http://schemas.microsoft.com/office/drawing/2014/main" val="3486449762"/>
                    </a:ext>
                  </a:extLst>
                </a:gridCol>
                <a:gridCol w="1093834">
                  <a:extLst>
                    <a:ext uri="{9D8B030D-6E8A-4147-A177-3AD203B41FA5}">
                      <a16:colId xmlns:a16="http://schemas.microsoft.com/office/drawing/2014/main" val="4079227905"/>
                    </a:ext>
                  </a:extLst>
                </a:gridCol>
                <a:gridCol w="2057678">
                  <a:extLst>
                    <a:ext uri="{9D8B030D-6E8A-4147-A177-3AD203B41FA5}">
                      <a16:colId xmlns:a16="http://schemas.microsoft.com/office/drawing/2014/main" val="1330647221"/>
                    </a:ext>
                  </a:extLst>
                </a:gridCol>
                <a:gridCol w="2057678">
                  <a:extLst>
                    <a:ext uri="{9D8B030D-6E8A-4147-A177-3AD203B41FA5}">
                      <a16:colId xmlns:a16="http://schemas.microsoft.com/office/drawing/2014/main" val="421000108"/>
                    </a:ext>
                  </a:extLst>
                </a:gridCol>
                <a:gridCol w="2057678">
                  <a:extLst>
                    <a:ext uri="{9D8B030D-6E8A-4147-A177-3AD203B41FA5}">
                      <a16:colId xmlns:a16="http://schemas.microsoft.com/office/drawing/2014/main" val="41647219"/>
                    </a:ext>
                  </a:extLst>
                </a:gridCol>
                <a:gridCol w="2057678">
                  <a:extLst>
                    <a:ext uri="{9D8B030D-6E8A-4147-A177-3AD203B41FA5}">
                      <a16:colId xmlns:a16="http://schemas.microsoft.com/office/drawing/2014/main" val="28200552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Stage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Schedule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O</a:t>
                      </a:r>
                      <a:r>
                        <a:rPr lang="zh-CN" altLang="zh-CN" sz="1400" dirty="0"/>
                        <a:t>bjectives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Tasks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D</a:t>
                      </a:r>
                      <a:r>
                        <a:rPr lang="zh-CN" altLang="zh-CN" sz="1400" dirty="0"/>
                        <a:t>eliverables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Outcomes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291673"/>
                  </a:ext>
                </a:extLst>
              </a:tr>
              <a:tr h="413078">
                <a:tc>
                  <a:txBody>
                    <a:bodyPr/>
                    <a:lstStyle/>
                    <a:p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Sprint1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Week9-10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Define, implement and test features of user registration/login and static public transport integration deployed on free host server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Gather structural data for handling New Zealand spatial layers (</a:t>
                      </a:r>
                      <a:r>
                        <a:rPr lang="en-US" altLang="zh-CN" sz="14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PMTiles</a:t>
                      </a:r>
                      <a:r>
                        <a:rPr lang="en-US" altLang="zh-CN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and AT public transport, authorization parameters.</a:t>
                      </a:r>
                      <a:endParaRPr lang="zh-CN" alt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Working backend and frontend for user registration/login and map view.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Web application with basic user and map features.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2070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Sprint2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Week11-12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Define, implement and test dynamic public transport integration deployed on free host server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Map out the physical file boundaries, </a:t>
                      </a:r>
                      <a:r>
                        <a:rPr lang="en-US" altLang="zh-CN" sz="14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PostGIS</a:t>
                      </a:r>
                      <a:r>
                        <a:rPr lang="en-US" altLang="zh-CN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schemas, container networking topography, and path-independent </a:t>
                      </a:r>
                      <a:r>
                        <a:rPr lang="en-US" altLang="zh-CN" sz="1400" b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Pydantic</a:t>
                      </a:r>
                      <a:r>
                        <a:rPr lang="en-US" altLang="zh-CN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module setups</a:t>
                      </a:r>
                      <a:endParaRPr lang="zh-CN" altLang="en-US" sz="14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Working backend and frontend for </a:t>
                      </a:r>
                      <a:r>
                        <a:rPr lang="en-US" altLang="zh-CN" sz="1400" dirty="0" err="1"/>
                        <a:t>realtime</a:t>
                      </a:r>
                      <a:r>
                        <a:rPr lang="en-US" altLang="zh-CN" sz="1400" dirty="0"/>
                        <a:t> events and transport information highlights.</a:t>
                      </a:r>
                      <a:endParaRPr lang="zh-CN" altLang="en-US" sz="1400" dirty="0"/>
                    </a:p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Web application with full public transport information illustration.</a:t>
                      </a:r>
                      <a:endParaRPr lang="zh-CN" altLang="en-US" sz="1400" dirty="0"/>
                    </a:p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435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b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Sprint3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Week13-14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Improve the user interface and optimize the performance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b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Complete structural programming of the decoupled backend layers and frontend mapping controls without modifying the frozen specifications</a:t>
                      </a:r>
                      <a:endParaRPr lang="zh-CN" altLang="en-US" sz="14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/>
                        <a:t>Optimized backend and frontend for public transport view with user friendly operation and smooth experience.</a:t>
                      </a:r>
                      <a:endParaRPr lang="zh-CN" altLang="en-US" sz="1400" dirty="0"/>
                    </a:p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Full featured web application to allow user to customize his/</a:t>
                      </a:r>
                      <a:r>
                        <a:rPr lang="en-US" altLang="zh-CN" sz="1400"/>
                        <a:t>her interested routes.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2331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9370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202</Words>
  <Application>Microsoft Office PowerPoint</Application>
  <PresentationFormat>宽屏</PresentationFormat>
  <Paragraphs>29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Public Transport Auckland</vt:lpstr>
      <vt:lpstr>Agile methodology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Wayne Feng</dc:creator>
  <cp:lastModifiedBy>Wayne Feng</cp:lastModifiedBy>
  <cp:revision>4</cp:revision>
  <dcterms:created xsi:type="dcterms:W3CDTF">2026-06-05T21:13:47Z</dcterms:created>
  <dcterms:modified xsi:type="dcterms:W3CDTF">2026-06-05T21:55:11Z</dcterms:modified>
</cp:coreProperties>
</file>